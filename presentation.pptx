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Intelligent Observability
&amp; Event Watchdog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651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0B8C8"/>
                </a:solidFill>
              </a:rPr>
              <a:t>A Python / FastAPI AI-Directed SRE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Aditya Patil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9776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9EFF"/>
                </a:solidFill>
              </a:rPr>
              <a:t>The Connector  ·  AI Readiness Type  ·  Tagle.ai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4348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8C8"/>
                </a:solidFill>
              </a:rPr>
              <a:t>"You bring people together to make AI work for everyone"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Zero cloud dependencies  ·  SQLite  ·  FastAPI  ·  Docker-ready  ·  Built &lt; 3 hours</a:t>
            </a:r>
          </a:p>
        </p:txBody>
      </p:sp>
      <p:pic>
        <p:nvPicPr>
          <p:cNvPr id="9" name="Picture 8" descr="tagle_tag.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37160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03A3A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B0B8C8"/>
                </a:solidFill>
              </a:rPr>
              <a:t>Modern systems generate more logs than humans can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4A9EFF"/>
                </a:solidFill>
              </a:rPr>
              <a:t>▶  Apache HTTP Server   →   error.log   →   thousands of lines / hour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A9EFF"/>
                </a:solidFill>
              </a:rPr>
              <a:t>▶  BGL Supercomputer    →   131,072 processors   →   millions of kernel events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A9EFF"/>
                </a:solidFill>
              </a:rPr>
              <a:t>▶  Linux syslog         →   SSH attacks, FTP floods   →   constant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✗  Alert fatigue — ops teams drown in undifferentiated noise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✗  Invisible spikes — real error bursts buried in background chatter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✗  Delayed response — anomalies spotted too late, after impact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✗  Fragmented tooling — parse here, detect there, alert somewhere else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✗  Cost — Datadog / Splunk / New Relic charge thousands per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D68C"/>
                </a:solidFill>
              </a:rPr>
              <a:t>→  One self-contained Python service: ingest · detect · alert · visualise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03A3A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114300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A9EFF"/>
                </a:solidFill>
                <a:latin typeface="Courier New"/>
              </a:rPr>
              <a:t>┌───────────────────── Single Process (FastAPI + Gunicorn) ─────────────────────┐
│  9 REST Endpoints           WebSocket /api/stream                              │
│  /api/logs                  Log Parser  (log_parser.py)                        │
│  /api/analyze               apache_logs.csv  →  unified EventCreate            │
│  /api/anomalies             bgl_logs.csv     →  unified EventCreate            │
│  /api/webhooks              linux_logs.csv   →  unified EventCreate            │
│                                    ↓                                           │
│                     SQLite  watchdog.db  (WAL mode)                            │
│                     logs  ·  anomalies  ·  webhook_alerts                      │
│                                    ↓                                           │
│              Anomaly Detector  (Z-Score  ·  IQR  ·  Moving Average)            │
│                                    ↓                                           │
│              Webhook Handler  →  WH-&lt;uuid&gt; payload  →  SQLite                  │
│                                                                                 │
│   Dashboard  static/index.html  ·  Chart.js CDN  ·  WebSocket JS              │
└─────────────────────────────────────────────────────────────────────────────────┘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D68C"/>
                </a:solidFill>
              </a:rPr>
              <a:t>One command:  uvicorn main:app --reload --port 8000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03A3A"/>
                </a:solidFill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1. Multi-Source Log Ingest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8C8"/>
                </a:solidFill>
              </a:rPr>
              <a:t>Apache · BGL Supercomputer · Linux syslog → unified {timestamp, severity, source, message}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042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2. Three Anomaly Detection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8C8"/>
                </a:solidFill>
              </a:rPr>
              <a:t>Z-Score (primary)  ·  IQR  ·  Moving Average — configurable window &amp;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284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3. Structured Webhook Alerting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398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8C8"/>
                </a:solidFill>
              </a:rPr>
              <a:t>WH-&lt;uuid&gt; JSON payload per anomaly: CRITICAL (z&gt;3) PAGE_ON_CALL · WARNING NOTIFY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525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4. Real-time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6402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8C8"/>
                </a:solidFill>
              </a:rPr>
              <a:t>Health pill · 4 metric cards · Error Rate chart · Severity bar · Source doughnut · Live 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76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5. Production Docker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881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8C8"/>
                </a:solidFill>
              </a:rPr>
              <a:t>Multi-stage image · non-root user · named volume · dev hot-reload override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03A3A"/>
                </a:solidFill>
              </a:rPr>
              <a:t>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3A3A"/>
                </a:solidFill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2801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uvicorn main:app --reload --port 8000 → auto-ingest 160 logs → open localhost:8000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7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3A3A"/>
                </a:solidFill>
              </a:rPr>
              <a:t>Step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029967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Observe pre-loaded anomalies: Apache spike · BGL FATAL burst · Linux SSH storm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79775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3A3A"/>
                </a:solidFill>
              </a:rPr>
              <a:t>Step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779775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Switch method to IQR → Run Analysis  |  Lower Z threshold → more alerts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9583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3A3A"/>
                </a:solidFill>
              </a:rPr>
              <a:t>Step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529583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Click Simulate Live Feed → watch chart grow at 300 ms/log → 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793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3A3A"/>
                </a:solidFill>
              </a:rPr>
              <a:t>Step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27939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python synthetic_data_gen.py --rows 500  →  Ingest  →  Run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3A3A"/>
                </a:solidFill>
              </a:rPr>
              <a:t>Step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02920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Expand a SPIKE badge → WH-&lt;uuid&gt; JSON with action: PAGE_ON_CALL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3A3A"/>
                </a:solidFill>
              </a:rPr>
              <a:t>Step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779008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Visit /docs → full OpenAPI UI  |  /api/webhooks → raw JSON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03A3A"/>
                </a:solidFill>
              </a:rPr>
              <a:t>Tech Stack &amp; AI-Directed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A9EFF"/>
                </a:solidFill>
              </a:rPr>
              <a:t>▶  API:        FastAPI 0.115  —  async, auto-docs, WebSocket native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EFF"/>
                </a:solidFill>
              </a:rPr>
              <a:t>▶  Database:   SQLite + WAL   —  zero-config, zero cost, ACID compliant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EFF"/>
                </a:solidFill>
              </a:rPr>
              <a:t>▶  Server:     Gunicorn + uvicorn worker  —  production lifecycle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EFF"/>
                </a:solidFill>
              </a:rPr>
              <a:t>▶  Frontend:   Vanilla JS + Chart.js CDN  —  no build step, single HTML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EFF"/>
                </a:solidFill>
              </a:rPr>
              <a:t>▶  Detection:  Pure Python stdlib math     —  no NumPy dependency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EFF"/>
                </a:solidFill>
              </a:rPr>
              <a:t>▶  Containers: Docker + Compose            —  reproducible deploys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How the session worked: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51960"/>
            <a:ext cx="7772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B0B8C8"/>
                </a:solidFill>
              </a:rPr>
              <a:t>→  Human defines requirements  →  AI translates to architecture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B0B8C8"/>
                </a:solidFill>
              </a:rPr>
              <a:t>→  Human specifies CSV schemas →  AI writes complete implementation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B0B8C8"/>
                </a:solidFill>
              </a:rPr>
              <a:t>→  Human reviews screenshot    →  AI diagnoses bug, rewrites files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B0B8C8"/>
                </a:solidFill>
              </a:rPr>
              <a:t>→  Human approves each phase   →  AI executes with zero manual edits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D68C"/>
                </a:solidFill>
              </a:rPr>
              <a:t>Full MVP · 22 files · ~1 800 lines · &lt; 3 hours · 0 cloud services · 0 manual edits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03A3A"/>
                </a:solidFill>
              </a:rP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Near-term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B0B8C8"/>
                </a:solidFill>
              </a:rPr>
              <a:t>•  ML anomaly detection — Isolation Forest / LSTM for non-stationary series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B0B8C8"/>
                </a:solidFill>
              </a:rPr>
              <a:t>•  Real webhook delivery — POST to Slack / PagerDuty with retry queue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B0B8C8"/>
                </a:solidFill>
              </a:rPr>
              <a:t>•  Alert deduplication — suppress repeat alerts for same window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B0B8C8"/>
                </a:solidFill>
              </a:rPr>
              <a:t>•  Rule engine — user-defined threshold rules (error_rate &gt; 60% for 10 min)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B0B8C8"/>
                </a:solidFill>
              </a:rPr>
              <a:t>•  JWT / API-key authentication on all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Medium-term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002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B0B8C8"/>
                </a:solidFill>
              </a:rPr>
              <a:t>•  PostgreSQL — multi-worker horizontal scaling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B0B8C8"/>
                </a:solidFill>
              </a:rPr>
              <a:t>•  Log tail mode — watch live files via inotify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B0B8C8"/>
                </a:solidFill>
              </a:rPr>
              <a:t>•  Grafana integration — Prometheus /metrics endpoint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B0B8C8"/>
                </a:solidFill>
              </a:rPr>
              <a:t>•  Email digest — daily anomaly summaries via SMTP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A9EFF"/>
                </a:solidFill>
              </a:rPr>
              <a:t>Vision: Any log format  ·  LLM root cause analysis  ·  K8s + HPA  ·  TimescaleDB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03A3A"/>
                </a:solidFill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47120" cy="47548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C8"/>
                </a:solidFill>
              </a:rPr>
              <a:t>Lines of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~1 800 (Python + HTML + YAML)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C8"/>
                </a:solidFill>
              </a:rPr>
              <a:t>Files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1247120" cy="47548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C8"/>
                </a:solidFill>
              </a:rPr>
              <a:t>Build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&lt; 3 hours  (AI-directed session)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112471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C8"/>
                </a:solidFill>
              </a:rPr>
              <a:t>External paid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11247120" cy="47548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C8"/>
                </a:solidFill>
              </a:rPr>
              <a:t>Cloud dependencies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46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03320"/>
            <a:ext cx="112471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49039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C8"/>
                </a:solidFill>
              </a:rPr>
              <a:t>Manual edits by human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490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11247120" cy="47548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251959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C8"/>
                </a:solidFill>
              </a:rPr>
              <a:t>Bugs fixed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2519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  (empty dashboard → auto-ingest on startup)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09159"/>
            <a:ext cx="112471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754879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C8"/>
                </a:solidFill>
              </a:rPr>
              <a:t>Anomaly methods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75487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  (Z-Score · IQR · Moving Average)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12079"/>
            <a:ext cx="11247120" cy="47548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257799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C8"/>
                </a:solidFill>
              </a:rPr>
              <a:t>Docker image size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25779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~200 MB  (multi-stage slim)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C8"/>
                </a:solidFill>
              </a:rPr>
              <a:t>Built by Aditya Patil  ·  The Connector (Tagle.ai)  ·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